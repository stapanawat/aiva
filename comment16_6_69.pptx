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3109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860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11871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9860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51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3221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6574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780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697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2451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3749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806BD-4C9D-40BB-8FAE-CEDE935F9D38}" type="datetimeFigureOut">
              <a:rPr lang="th-TH" smtClean="0"/>
              <a:t>16/06/69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3428-E798-4069-AFF6-1A475FC6966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8832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595997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8821" y="5013176"/>
            <a:ext cx="7992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เพิ่มสมาชิกได้แล้วแต่ แอด</a:t>
            </a:r>
            <a:r>
              <a:rPr lang="th-TH" dirty="0" err="1"/>
              <a:t>มิน</a:t>
            </a:r>
            <a:r>
              <a:rPr lang="th-TH" dirty="0"/>
              <a:t>สามารถลบได้แต่ลบไม่ออก แถมกดรีหน้าเว็บแล้วชื่อที่ลบไปมันก็กลับมาเหมือนเดิม </a:t>
            </a:r>
          </a:p>
        </p:txBody>
      </p:sp>
    </p:spTree>
    <p:extLst>
      <p:ext uri="{BB962C8B-B14F-4D97-AF65-F5344CB8AC3E}">
        <p14:creationId xmlns:p14="http://schemas.microsoft.com/office/powerpoint/2010/main" val="291463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32362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635896" y="4365104"/>
            <a:ext cx="51964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เข้าระบบด้วย</a:t>
            </a:r>
            <a:r>
              <a:rPr lang="th-TH" dirty="0" err="1"/>
              <a:t>เมล</a:t>
            </a:r>
            <a:r>
              <a:rPr lang="th-TH" dirty="0"/>
              <a:t> อื่นแล้ว เข้าไปดูตั่งค่าระบบ เป็น</a:t>
            </a:r>
            <a:r>
              <a:rPr lang="en-US" dirty="0"/>
              <a:t> </a:t>
            </a:r>
            <a:r>
              <a:rPr lang="th-TH" dirty="0" err="1"/>
              <a:t>เมล</a:t>
            </a:r>
            <a:r>
              <a:rPr lang="th-TH" dirty="0"/>
              <a:t> </a:t>
            </a:r>
            <a:r>
              <a:rPr lang="en-US" dirty="0"/>
              <a:t>admin@globaltech.com</a:t>
            </a:r>
            <a:endParaRPr lang="th-TH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7575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04664"/>
            <a:ext cx="2388559" cy="3168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8640"/>
            <a:ext cx="2376264" cy="265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839617" y="3429000"/>
            <a:ext cx="4752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err="1"/>
              <a:t>แชท</a:t>
            </a:r>
            <a:r>
              <a:rPr lang="th-TH" dirty="0"/>
              <a:t> </a:t>
            </a:r>
            <a:r>
              <a:rPr lang="en-US" dirty="0"/>
              <a:t>support </a:t>
            </a:r>
            <a:r>
              <a:rPr lang="th-TH" dirty="0"/>
              <a:t>บางข้อความเจนออกมาแล้วตัวหนังสือเป็นสีขาว กรอบข้อความเหมือนจะใหญ่ไป</a:t>
            </a:r>
          </a:p>
        </p:txBody>
      </p:sp>
    </p:spTree>
    <p:extLst>
      <p:ext uri="{BB962C8B-B14F-4D97-AF65-F5344CB8AC3E}">
        <p14:creationId xmlns:p14="http://schemas.microsoft.com/office/powerpoint/2010/main" val="300674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5873725" cy="4307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623720" y="2885034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ทำไมเปิดไม่ได้คนเดียว</a:t>
            </a:r>
          </a:p>
        </p:txBody>
      </p:sp>
      <p:cxnSp>
        <p:nvCxnSpPr>
          <p:cNvPr id="6" name="ลูกศรเชื่อมต่อแบบตรง 5"/>
          <p:cNvCxnSpPr>
            <a:stCxn id="4" idx="1"/>
          </p:cNvCxnSpPr>
          <p:nvPr/>
        </p:nvCxnSpPr>
        <p:spPr>
          <a:xfrm flipH="1">
            <a:off x="5975648" y="3146644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84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173" y="3284984"/>
            <a:ext cx="2367628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14555"/>
            <a:ext cx="3040903" cy="2681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39952" y="414555"/>
            <a:ext cx="2160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บังคับให้กรอกข้อมูลด้วยนะเพื่อน</a:t>
            </a:r>
          </a:p>
        </p:txBody>
      </p:sp>
    </p:spTree>
    <p:extLst>
      <p:ext uri="{BB962C8B-B14F-4D97-AF65-F5344CB8AC3E}">
        <p14:creationId xmlns:p14="http://schemas.microsoft.com/office/powerpoint/2010/main" val="25930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78" y="173882"/>
            <a:ext cx="4152351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38" y="3429000"/>
            <a:ext cx="3598832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01553" y="404664"/>
            <a:ext cx="3240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บังคับให้กรอกข้อมูลด้วย</a:t>
            </a:r>
            <a:r>
              <a:rPr lang="th-TH" dirty="0" err="1"/>
              <a:t>และพิมร์</a:t>
            </a:r>
            <a:r>
              <a:rPr lang="th-TH" dirty="0"/>
              <a:t>เม</a:t>
            </a:r>
            <a:r>
              <a:rPr lang="th-TH" dirty="0" err="1"/>
              <a:t>ลผิด</a:t>
            </a:r>
            <a:r>
              <a:rPr lang="th-TH" dirty="0"/>
              <a:t>ก็ยังเข้าไปจ่ายเงินได้แล้วหน้าจ่ายเงิน ราคาไม่ได้เพิ่ม </a:t>
            </a:r>
            <a:r>
              <a:rPr lang="en-US" dirty="0"/>
              <a:t>VAT</a:t>
            </a:r>
            <a:endParaRPr lang="th-TH" dirty="0"/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852" y="2780928"/>
            <a:ext cx="2931593" cy="4592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864019"/>
      </p:ext>
    </p:extLst>
  </p:cSld>
  <p:clrMapOvr>
    <a:masterClrMapping/>
  </p:clrMapOvr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96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ชุดรูปแบบของ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DisklessOptimizer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DisklessThailand</dc:creator>
  <cp:lastModifiedBy>HEE hom</cp:lastModifiedBy>
  <cp:revision>6</cp:revision>
  <dcterms:created xsi:type="dcterms:W3CDTF">2026-06-16T07:40:22Z</dcterms:created>
  <dcterms:modified xsi:type="dcterms:W3CDTF">2026-06-16T13:20:56Z</dcterms:modified>
</cp:coreProperties>
</file>